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D36E-4E2A-AA9C-7286-AB96AA0A8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71C97-C251-E285-B06D-3A6D4AD2C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E293-7D86-2F56-26A4-4F642CB5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3C944-D1F1-074A-BB34-1B6565738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C014C-410D-2036-D3B1-7E5DBEFA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9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13BE-022D-DB42-3144-DB523B4D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BE775-B8C0-6098-350C-70BB5C9E8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2AE00-14F1-305A-C7DA-1559BA4B4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FD9C3-BB61-2469-CC77-69F510C4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0681-F39C-4796-6CBF-783BAC2A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97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7350-6B84-7ECC-50DC-91D9BCBB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2470E-FC91-C5D1-62F6-C91FA1930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A0546-40CB-25CA-0459-EBD084A8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48204-FA12-448A-4B89-A5E467C7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18218-2CF3-3309-4935-24A964C5B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6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F5FA-3D95-0E7A-C0B7-A2F1A3DE7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912B9-0093-46E4-7FB5-DC7BBB215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D39B2-34BD-1C26-5F70-B58C948A5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68220-8855-93B8-2AEA-46698D065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36DC7-6431-28AC-072C-84EE8DD52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A66B-D0D5-3405-67BA-71DF3B2B4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4E19E-B606-7D98-B705-0A6717B4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26507-72B3-A353-0689-9058B3A50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E0638-140E-56F7-43CB-1802AD949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ECA54-C47D-76AD-C994-4BAE6B74D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2CD83-D063-786F-38EA-D7DB690904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1EC031-B1FC-C797-8A4C-D1BEA291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EDBCD-FE44-A0A8-2CF4-13B896EEF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9E4C7-1FA8-D724-F3BF-7B8CE14B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398D9-AA5C-2ADA-C067-C80E83FA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4BCFD-A83A-07E0-D96A-E48A59746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518B0-3FCE-0DB9-11E1-96637EB3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52648-23B8-7723-74DD-4CFDF1C2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0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F46C-97CD-0A4F-1442-A007F09D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F59F7-58BE-F87D-D04B-54E06169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30F7F-EEA0-FAD9-C4FE-01C801347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4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E55C-6B43-FDF5-7C05-839B13363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A22E-1DE2-B8A5-FC92-B5813D861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7BB93-821E-07F4-A6EF-0623F813F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C0F83-2FF9-5365-195D-BCAB21C20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99E2-6E6F-98CA-628D-98D9A58C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2F505-60B7-7873-FA89-94B6A2D1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07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0E24-02FF-3833-03A8-D1FC0BB0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9E9303-9022-4EEB-983E-96C53EFA85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5BF80-19CA-88F7-5A1F-1FBD0EACB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0F929-53CE-8B33-8FA2-AF798D17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DCF78-B9AD-4BC5-1B02-C2FD2B857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2D967-A21B-D1E1-2FF6-450342BA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30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D8F6-276F-474B-E604-917D70DB1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CE235-3904-F66D-928A-5BBC02233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5AE96-4886-A547-06ED-D0703F31A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BE9F0-4814-BDD6-5423-4822849B6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DC7ED-48CB-9EA1-1956-B7B968B9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7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4A7A0B-E920-BAFE-15F2-8FB5385D8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0A9F0-EF44-3C3E-96FD-00C5DC255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DE15C-16C3-9A9F-D3D3-64535B2F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0D61F-FA02-6DF6-4E60-CF634A495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F6108-4303-9687-5424-EEBAA11B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87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87C80E-3281-65A5-B928-4BAC53A0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DB2A6-97E5-D2E6-A014-30E903081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86440-6BF0-71E7-7C77-F0E402EE0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74E23-2332-422C-A334-5981F393F4AE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9B624-51C3-EEAA-B9C6-DA51F8DBC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C8079-90E0-C9CD-5D31-2AF9BF082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2F1E8-142E-456A-8D21-44F0DFB5C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5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8216D-A4F4-A901-3251-C3E5DFC2F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430BB08-2EBC-E1C2-EEBD-E250832146C6}"/>
              </a:ext>
            </a:extLst>
          </p:cNvPr>
          <p:cNvSpPr/>
          <p:nvPr/>
        </p:nvSpPr>
        <p:spPr>
          <a:xfrm>
            <a:off x="0" y="0"/>
            <a:ext cx="12192000" cy="624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18AEA-0603-CC76-3185-31CF3E9294B4}"/>
              </a:ext>
            </a:extLst>
          </p:cNvPr>
          <p:cNvSpPr txBox="1"/>
          <p:nvPr/>
        </p:nvSpPr>
        <p:spPr>
          <a:xfrm>
            <a:off x="989018" y="1974974"/>
            <a:ext cx="6184295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chemeClr val="bg1"/>
                </a:solidFill>
              </a:rPr>
              <a:t>Hordhac</a:t>
            </a:r>
            <a:r>
              <a:rPr lang="en-US" sz="3200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DE2C1-AC47-8373-CD15-04D2094B72EA}"/>
              </a:ext>
            </a:extLst>
          </p:cNvPr>
          <p:cNvSpPr txBox="1"/>
          <p:nvPr/>
        </p:nvSpPr>
        <p:spPr>
          <a:xfrm>
            <a:off x="989018" y="2682860"/>
            <a:ext cx="10010676" cy="147732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Inta</a:t>
            </a:r>
            <a:r>
              <a:rPr lang="en-US" dirty="0">
                <a:solidFill>
                  <a:schemeClr val="bg1"/>
                </a:solidFill>
              </a:rPr>
              <a:t> badan </a:t>
            </a:r>
            <a:r>
              <a:rPr lang="en-US" dirty="0" err="1">
                <a:solidFill>
                  <a:schemeClr val="bg1"/>
                </a:solidFill>
              </a:rPr>
              <a:t>faallooyinka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aan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diiradda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saarnay</a:t>
            </a:r>
            <a:r>
              <a:rPr lang="en-US" dirty="0">
                <a:solidFill>
                  <a:schemeClr val="bg1"/>
                </a:solidFill>
              </a:rPr>
              <a:t> ee </a:t>
            </a:r>
            <a:r>
              <a:rPr lang="en-US" dirty="0" err="1">
                <a:solidFill>
                  <a:schemeClr val="bg1"/>
                </a:solidFill>
              </a:rPr>
              <a:t>qaldan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sawirrada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hoos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kusoo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bandhignay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gaar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ahaan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midabbada</a:t>
            </a:r>
            <a:r>
              <a:rPr lang="en-US" dirty="0">
                <a:solidFill>
                  <a:schemeClr val="bg1"/>
                </a:solidFill>
              </a:rPr>
              <a:t> (colors) </a:t>
            </a:r>
            <a:r>
              <a:rPr lang="en-US" dirty="0" err="1">
                <a:solidFill>
                  <a:schemeClr val="bg1"/>
                </a:solidFill>
              </a:rPr>
              <a:t>iyo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astaamaha</a:t>
            </a:r>
            <a:r>
              <a:rPr lang="en-US" dirty="0">
                <a:solidFill>
                  <a:schemeClr val="bg1"/>
                </a:solidFill>
              </a:rPr>
              <a:t> (icons) </a:t>
            </a:r>
            <a:r>
              <a:rPr lang="en-US" dirty="0" err="1">
                <a:solidFill>
                  <a:schemeClr val="bg1"/>
                </a:solidFill>
              </a:rPr>
              <a:t>oo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qaldan</a:t>
            </a:r>
            <a:r>
              <a:rPr lang="en-US" dirty="0">
                <a:solidFill>
                  <a:schemeClr val="bg1"/>
                </a:solidFill>
              </a:rPr>
              <a:t> loo </a:t>
            </a:r>
            <a:r>
              <a:rPr lang="en-US" dirty="0" err="1">
                <a:solidFill>
                  <a:schemeClr val="bg1"/>
                </a:solidFill>
              </a:rPr>
              <a:t>adeegsaday</a:t>
            </a:r>
            <a:r>
              <a:rPr lang="en-US" dirty="0">
                <a:solidFill>
                  <a:schemeClr val="bg1"/>
                </a:solidFill>
              </a:rPr>
              <a:t> mid </a:t>
            </a:r>
            <a:r>
              <a:rPr lang="en-US" dirty="0" err="1">
                <a:solidFill>
                  <a:schemeClr val="bg1"/>
                </a:solidFill>
              </a:rPr>
              <a:t>walbanna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gaar</a:t>
            </a:r>
            <a:r>
              <a:rPr lang="en-US" dirty="0">
                <a:solidFill>
                  <a:schemeClr val="bg1"/>
                </a:solidFill>
              </a:rPr>
              <a:t> ah </a:t>
            </a:r>
            <a:r>
              <a:rPr lang="en-US" dirty="0" err="1">
                <a:solidFill>
                  <a:schemeClr val="bg1"/>
                </a:solidFill>
              </a:rPr>
              <a:t>ayaan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ugu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xusnay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err="1">
                <a:solidFill>
                  <a:schemeClr val="bg1"/>
                </a:solidFill>
              </a:rPr>
              <a:t>maadaama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aan</a:t>
            </a:r>
            <a:r>
              <a:rPr lang="en-US" dirty="0">
                <a:solidFill>
                  <a:schemeClr val="bg1"/>
                </a:solidFill>
              </a:rPr>
              <a:t> u </a:t>
            </a:r>
            <a:r>
              <a:rPr lang="en-US" dirty="0" err="1">
                <a:solidFill>
                  <a:schemeClr val="bg1"/>
                </a:solidFill>
              </a:rPr>
              <a:t>soo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bandhigayno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bulsho</a:t>
            </a:r>
            <a:r>
              <a:rPr lang="en-US" dirty="0">
                <a:solidFill>
                  <a:schemeClr val="bg1"/>
                </a:solidFill>
              </a:rPr>
              <a:t> kala </a:t>
            </a:r>
            <a:r>
              <a:rPr lang="en-US" dirty="0" err="1">
                <a:solidFill>
                  <a:schemeClr val="bg1"/>
                </a:solidFill>
              </a:rPr>
              <a:t>duwan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waxa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aan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 err="1">
                <a:solidFill>
                  <a:schemeClr val="bg1"/>
                </a:solidFill>
              </a:rPr>
              <a:t>bulshada</a:t>
            </a:r>
            <a:r>
              <a:rPr lang="en-US" dirty="0">
                <a:solidFill>
                  <a:schemeClr val="bg1"/>
                </a:solidFill>
              </a:rPr>
              <a:t> la </a:t>
            </a:r>
            <a:r>
              <a:rPr lang="en-US" dirty="0" err="1">
                <a:solidFill>
                  <a:schemeClr val="bg1"/>
                </a:solidFill>
              </a:rPr>
              <a:t>wadaageyno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inay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noqdaan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kuwo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xirfad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leh</a:t>
            </a:r>
            <a:r>
              <a:rPr lang="en-US" dirty="0">
                <a:solidFill>
                  <a:schemeClr val="bg1"/>
                </a:solidFill>
              </a:rPr>
              <a:t> loo </a:t>
            </a:r>
            <a:r>
              <a:rPr lang="en-US" dirty="0" err="1">
                <a:solidFill>
                  <a:schemeClr val="bg1"/>
                </a:solidFill>
              </a:rPr>
              <a:t>habeeyey</a:t>
            </a:r>
            <a:r>
              <a:rPr lang="en-US" dirty="0">
                <a:solidFill>
                  <a:schemeClr val="bg1"/>
                </a:solidFill>
              </a:rPr>
              <a:t>. Sidaa </a:t>
            </a:r>
            <a:r>
              <a:rPr lang="en-US" dirty="0" err="1">
                <a:solidFill>
                  <a:schemeClr val="bg1"/>
                </a:solidFill>
              </a:rPr>
              <a:t>darteed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waxaan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 err="1">
                <a:solidFill>
                  <a:schemeClr val="bg1"/>
                </a:solidFill>
              </a:rPr>
              <a:t>rajaynayaa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inaad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degdeg</a:t>
            </a:r>
            <a:r>
              <a:rPr lang="en-US" dirty="0">
                <a:solidFill>
                  <a:schemeClr val="bg1"/>
                </a:solidFill>
              </a:rPr>
              <a:t> ah </a:t>
            </a:r>
            <a:r>
              <a:rPr lang="en-US" dirty="0" err="1">
                <a:solidFill>
                  <a:schemeClr val="bg1"/>
                </a:solidFill>
              </a:rPr>
              <a:t>uga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jawaabtaan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faallooyinkan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muhiimka</a:t>
            </a:r>
            <a:r>
              <a:rPr lang="en-US" dirty="0">
                <a:solidFill>
                  <a:schemeClr val="bg1"/>
                </a:solidFill>
              </a:rPr>
              <a:t> ah.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751ED5-0490-ADB5-84AA-1D08BED8C5A0}"/>
              </a:ext>
            </a:extLst>
          </p:cNvPr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1EF261-8D74-C797-4F54-96F3206A8968}"/>
              </a:ext>
            </a:extLst>
          </p:cNvPr>
          <p:cNvCxnSpPr>
            <a:cxnSpLocks/>
          </p:cNvCxnSpPr>
          <p:nvPr/>
        </p:nvCxnSpPr>
        <p:spPr>
          <a:xfrm>
            <a:off x="814398" y="1270187"/>
            <a:ext cx="0" cy="3941108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07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and blue logo&#10;&#10;AI-generated content may be incorrect.">
            <a:extLst>
              <a:ext uri="{FF2B5EF4-FFF2-40B4-BE49-F238E27FC236}">
                <a16:creationId xmlns:a16="http://schemas.microsoft.com/office/drawing/2014/main" id="{556F8338-FCC1-65A0-1CC1-ABB8C9E77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54" y="258780"/>
            <a:ext cx="10279566" cy="24853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70C553-F8E2-AF2A-8276-BF48B94DF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4" y="3149410"/>
            <a:ext cx="6417911" cy="27441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C58487-575E-2439-C663-862B987CB11A}"/>
              </a:ext>
            </a:extLst>
          </p:cNvPr>
          <p:cNvSpPr txBox="1"/>
          <p:nvPr/>
        </p:nvSpPr>
        <p:spPr>
          <a:xfrm>
            <a:off x="6472519" y="3245224"/>
            <a:ext cx="4240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1- </a:t>
            </a:r>
            <a:r>
              <a:rPr lang="en-US" dirty="0" err="1"/>
              <a:t>Labdan</a:t>
            </a:r>
            <a:r>
              <a:rPr lang="en-US" dirty="0"/>
              <a:t> </a:t>
            </a:r>
            <a:r>
              <a:rPr lang="en-US" dirty="0" err="1"/>
              <a:t>sawir</a:t>
            </a:r>
            <a:r>
              <a:rPr lang="en-US" dirty="0"/>
              <a:t> </a:t>
            </a:r>
            <a:r>
              <a:rPr lang="en-US" dirty="0" err="1"/>
              <a:t>waxaa</a:t>
            </a:r>
            <a:r>
              <a:rPr lang="en-US" dirty="0"/>
              <a:t> ka </a:t>
            </a:r>
            <a:r>
              <a:rPr lang="en-US" dirty="0" err="1"/>
              <a:t>qaldan</a:t>
            </a:r>
            <a:r>
              <a:rPr lang="en-US" dirty="0"/>
              <a:t> icons-ka la </a:t>
            </a:r>
            <a:r>
              <a:rPr lang="en-US" dirty="0" err="1"/>
              <a:t>adeegsaday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1807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97C22-AA09-6E5D-36AA-E138A46F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028320-6A98-7B29-28B0-BA5879C0D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323" y="284424"/>
            <a:ext cx="7117779" cy="43824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CECD65-D9EC-7CE6-68A5-C12BA68A9E43}"/>
              </a:ext>
            </a:extLst>
          </p:cNvPr>
          <p:cNvSpPr txBox="1"/>
          <p:nvPr/>
        </p:nvSpPr>
        <p:spPr>
          <a:xfrm>
            <a:off x="268941" y="5190565"/>
            <a:ext cx="11654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– </a:t>
            </a:r>
            <a:r>
              <a:rPr lang="en-US" dirty="0" err="1"/>
              <a:t>Sawirkaan</a:t>
            </a:r>
            <a:r>
              <a:rPr lang="en-US" dirty="0"/>
              <a:t> </a:t>
            </a:r>
            <a:r>
              <a:rPr lang="en-US" dirty="0" err="1"/>
              <a:t>waxaa</a:t>
            </a:r>
            <a:r>
              <a:rPr lang="en-US" dirty="0"/>
              <a:t> </a:t>
            </a:r>
            <a:r>
              <a:rPr lang="en-US" dirty="0" err="1"/>
              <a:t>kaqaldan</a:t>
            </a:r>
            <a:r>
              <a:rPr lang="en-US" dirty="0"/>
              <a:t> </a:t>
            </a:r>
            <a:r>
              <a:rPr lang="en-US" dirty="0" err="1"/>
              <a:t>colorka</a:t>
            </a:r>
            <a:r>
              <a:rPr lang="en-US" dirty="0"/>
              <a:t> </a:t>
            </a:r>
            <a:r>
              <a:rPr lang="en-US" dirty="0" err="1"/>
              <a:t>jaalaha</a:t>
            </a:r>
            <a:r>
              <a:rPr lang="en-US" dirty="0"/>
              <a:t> </a:t>
            </a:r>
            <a:r>
              <a:rPr lang="en-US" dirty="0" err="1"/>
              <a:t>waa</a:t>
            </a:r>
            <a:r>
              <a:rPr lang="en-US" dirty="0"/>
              <a:t> </a:t>
            </a:r>
            <a:r>
              <a:rPr lang="en-US" dirty="0" err="1"/>
              <a:t>hal-xabo</a:t>
            </a:r>
            <a:r>
              <a:rPr lang="en-US" dirty="0"/>
              <a:t> wan </a:t>
            </a:r>
            <a:r>
              <a:rPr lang="en-US" dirty="0" err="1"/>
              <a:t>ognahay</a:t>
            </a:r>
            <a:r>
              <a:rPr lang="en-US" dirty="0"/>
              <a:t> way </a:t>
            </a:r>
            <a:r>
              <a:rPr lang="en-US" dirty="0" err="1"/>
              <a:t>isbadbadalayaan</a:t>
            </a:r>
            <a:r>
              <a:rPr lang="en-US" dirty="0"/>
              <a:t> </a:t>
            </a:r>
            <a:r>
              <a:rPr lang="en-US" dirty="0" err="1"/>
              <a:t>laakin</a:t>
            </a:r>
            <a:r>
              <a:rPr lang="en-US" dirty="0"/>
              <a:t> </a:t>
            </a:r>
            <a:r>
              <a:rPr lang="en-US" dirty="0" err="1"/>
              <a:t>waxaan</a:t>
            </a:r>
            <a:r>
              <a:rPr lang="en-US" dirty="0"/>
              <a:t> </a:t>
            </a:r>
            <a:r>
              <a:rPr lang="en-US" dirty="0" err="1"/>
              <a:t>rabnaa</a:t>
            </a:r>
            <a:r>
              <a:rPr lang="en-US" dirty="0"/>
              <a:t> </a:t>
            </a:r>
            <a:r>
              <a:rPr lang="en-US" dirty="0" err="1"/>
              <a:t>haddii</a:t>
            </a:r>
            <a:r>
              <a:rPr lang="en-US" dirty="0"/>
              <a:t> ay </a:t>
            </a:r>
            <a:r>
              <a:rPr lang="en-US" dirty="0" err="1"/>
              <a:t>isbadalayan</a:t>
            </a:r>
            <a:r>
              <a:rPr lang="en-US" dirty="0"/>
              <a:t> </a:t>
            </a:r>
            <a:r>
              <a:rPr lang="en-US" dirty="0" err="1"/>
              <a:t>xate</a:t>
            </a:r>
            <a:r>
              <a:rPr lang="en-US" dirty="0"/>
              <a:t> in </a:t>
            </a:r>
            <a:r>
              <a:rPr lang="en-US" dirty="0" err="1"/>
              <a:t>uusan</a:t>
            </a:r>
            <a:r>
              <a:rPr lang="en-US" dirty="0"/>
              <a:t> blue-dark </a:t>
            </a:r>
            <a:r>
              <a:rPr lang="en-US" dirty="0" err="1"/>
              <a:t>kaliya</a:t>
            </a:r>
            <a:r>
              <a:rPr lang="en-US" dirty="0"/>
              <a:t> </a:t>
            </a:r>
            <a:r>
              <a:rPr lang="en-US" dirty="0" err="1"/>
              <a:t>noqon</a:t>
            </a:r>
            <a:r>
              <a:rPr lang="en-US" dirty="0"/>
              <a:t> </a:t>
            </a:r>
            <a:r>
              <a:rPr lang="en-US" dirty="0" err="1"/>
              <a:t>jaalaha</a:t>
            </a:r>
            <a:r>
              <a:rPr lang="en-US" dirty="0"/>
              <a:t> </a:t>
            </a:r>
            <a:r>
              <a:rPr lang="en-US" dirty="0" err="1"/>
              <a:t>iyo</a:t>
            </a:r>
            <a:r>
              <a:rPr lang="en-US" dirty="0"/>
              <a:t> </a:t>
            </a:r>
            <a:r>
              <a:rPr lang="en-US" dirty="0" err="1"/>
              <a:t>cadaanka</a:t>
            </a:r>
            <a:r>
              <a:rPr lang="en-US" dirty="0"/>
              <a:t> </a:t>
            </a:r>
            <a:r>
              <a:rPr lang="en-US" dirty="0" err="1"/>
              <a:t>iyagana</a:t>
            </a:r>
            <a:r>
              <a:rPr lang="en-US" dirty="0"/>
              <a:t> loo kala </a:t>
            </a:r>
            <a:r>
              <a:rPr lang="en-US" dirty="0" err="1"/>
              <a:t>qeybiyo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927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1C0C8-F0C6-FDF8-36D7-6C8E8E898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BB60149C-8F3A-3EE5-608A-45BE47583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311" y="742577"/>
            <a:ext cx="9841043" cy="3766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AB519B-4AB5-F7B7-5320-4BA4A9E87FE8}"/>
              </a:ext>
            </a:extLst>
          </p:cNvPr>
          <p:cNvSpPr txBox="1"/>
          <p:nvPr/>
        </p:nvSpPr>
        <p:spPr>
          <a:xfrm>
            <a:off x="1201271" y="5136776"/>
            <a:ext cx="8561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– </a:t>
            </a:r>
            <a:r>
              <a:rPr lang="en-US" dirty="0" err="1"/>
              <a:t>sawirkaan</a:t>
            </a:r>
            <a:r>
              <a:rPr lang="en-US" dirty="0"/>
              <a:t> </a:t>
            </a:r>
            <a:r>
              <a:rPr lang="en-US" dirty="0" err="1"/>
              <a:t>waxaa</a:t>
            </a:r>
            <a:r>
              <a:rPr lang="en-US" dirty="0"/>
              <a:t> </a:t>
            </a:r>
            <a:r>
              <a:rPr lang="en-US" dirty="0" err="1"/>
              <a:t>kaqaldan</a:t>
            </a:r>
            <a:r>
              <a:rPr lang="en-US" dirty="0"/>
              <a:t> </a:t>
            </a:r>
            <a:r>
              <a:rPr lang="en-US" dirty="0" err="1"/>
              <a:t>dhowr</a:t>
            </a:r>
            <a:r>
              <a:rPr lang="en-US" dirty="0"/>
              <a:t> page </a:t>
            </a:r>
            <a:r>
              <a:rPr lang="en-US" dirty="0" err="1"/>
              <a:t>oo</a:t>
            </a:r>
            <a:r>
              <a:rPr lang="en-US" dirty="0"/>
              <a:t> </a:t>
            </a:r>
            <a:r>
              <a:rPr lang="en-US" dirty="0" err="1"/>
              <a:t>kamid</a:t>
            </a:r>
            <a:r>
              <a:rPr lang="en-US" dirty="0"/>
              <a:t> ah in </a:t>
            </a:r>
            <a:r>
              <a:rPr lang="en-US" dirty="0" err="1"/>
              <a:t>aysan</a:t>
            </a:r>
            <a:r>
              <a:rPr lang="en-US" dirty="0"/>
              <a:t> </a:t>
            </a:r>
            <a:r>
              <a:rPr lang="en-US" dirty="0" err="1"/>
              <a:t>isku</a:t>
            </a:r>
            <a:r>
              <a:rPr lang="en-US" dirty="0"/>
              <a:t> mid </a:t>
            </a:r>
            <a:r>
              <a:rPr lang="en-US" dirty="0" err="1"/>
              <a:t>ahayn</a:t>
            </a:r>
            <a:r>
              <a:rPr lang="en-US" dirty="0"/>
              <a:t> colors-ka </a:t>
            </a:r>
            <a:r>
              <a:rPr lang="en-US" dirty="0" err="1"/>
              <a:t>oo</a:t>
            </a:r>
            <a:r>
              <a:rPr lang="en-US" dirty="0"/>
              <a:t> </a:t>
            </a:r>
            <a:r>
              <a:rPr lang="en-US" dirty="0" err="1"/>
              <a:t>cadaanka</a:t>
            </a:r>
            <a:r>
              <a:rPr lang="en-US" dirty="0"/>
              <a:t> in </a:t>
            </a:r>
            <a:r>
              <a:rPr lang="en-US" dirty="0" err="1"/>
              <a:t>dhexda</a:t>
            </a:r>
            <a:r>
              <a:rPr lang="en-US" dirty="0"/>
              <a:t> </a:t>
            </a:r>
            <a:r>
              <a:rPr lang="en-US" dirty="0" err="1"/>
              <a:t>lageliyo</a:t>
            </a:r>
            <a:r>
              <a:rPr lang="en-US" dirty="0"/>
              <a:t> blue-</a:t>
            </a:r>
            <a:r>
              <a:rPr lang="en-US" dirty="0" err="1"/>
              <a:t>darka</a:t>
            </a:r>
            <a:r>
              <a:rPr lang="en-US" dirty="0"/>
              <a:t> </a:t>
            </a:r>
            <a:r>
              <a:rPr lang="en-US" dirty="0" err="1"/>
              <a:t>geeska</a:t>
            </a:r>
            <a:r>
              <a:rPr lang="en-US" dirty="0"/>
              <a:t> </a:t>
            </a:r>
            <a:r>
              <a:rPr lang="en-US" dirty="0" err="1"/>
              <a:t>midig</a:t>
            </a:r>
            <a:r>
              <a:rPr lang="en-US" dirty="0"/>
              <a:t> </a:t>
            </a:r>
            <a:r>
              <a:rPr lang="en-US" dirty="0" err="1"/>
              <a:t>jaalahana</a:t>
            </a:r>
            <a:r>
              <a:rPr lang="en-US" dirty="0"/>
              <a:t> </a:t>
            </a:r>
            <a:r>
              <a:rPr lang="en-US" dirty="0" err="1"/>
              <a:t>bidixdiisa</a:t>
            </a:r>
            <a:r>
              <a:rPr lang="en-US" dirty="0"/>
              <a:t> </a:t>
            </a:r>
            <a:r>
              <a:rPr lang="en-US" dirty="0" err="1"/>
              <a:t>lagu</a:t>
            </a:r>
            <a:r>
              <a:rPr lang="en-US" dirty="0"/>
              <a:t> </a:t>
            </a:r>
            <a:r>
              <a:rPr lang="en-US" dirty="0" err="1"/>
              <a:t>daayo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707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6AB55-27D6-531F-86DB-1C02D04C5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67DC38-382C-571A-362F-DB24CA702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208" y="154649"/>
            <a:ext cx="8592264" cy="43456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C0C3A7-9B35-9290-4BAC-BCBD59A59ED5}"/>
              </a:ext>
            </a:extLst>
          </p:cNvPr>
          <p:cNvSpPr txBox="1"/>
          <p:nvPr/>
        </p:nvSpPr>
        <p:spPr>
          <a:xfrm>
            <a:off x="1398494" y="5298141"/>
            <a:ext cx="8193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4 - Kanna </a:t>
            </a:r>
            <a:r>
              <a:rPr lang="en-US" dirty="0" err="1"/>
              <a:t>waa</a:t>
            </a:r>
            <a:r>
              <a:rPr lang="en-US" dirty="0"/>
              <a:t> </a:t>
            </a:r>
            <a:r>
              <a:rPr lang="en-US" dirty="0" err="1"/>
              <a:t>lamid</a:t>
            </a:r>
            <a:r>
              <a:rPr lang="en-US" dirty="0"/>
              <a:t> </a:t>
            </a:r>
            <a:r>
              <a:rPr lang="en-US" dirty="0" err="1"/>
              <a:t>commentiga</a:t>
            </a:r>
            <a:r>
              <a:rPr lang="en-US" dirty="0"/>
              <a:t> </a:t>
            </a:r>
            <a:r>
              <a:rPr lang="en-US" dirty="0" err="1"/>
              <a:t>sedaxaad</a:t>
            </a:r>
            <a:r>
              <a:rPr lang="en-US" dirty="0"/>
              <a:t> </a:t>
            </a:r>
            <a:r>
              <a:rPr lang="en-US" dirty="0" err="1"/>
              <a:t>ayuu</a:t>
            </a:r>
            <a:r>
              <a:rPr lang="en-US" dirty="0"/>
              <a:t> </a:t>
            </a:r>
            <a:r>
              <a:rPr lang="en-US" dirty="0" err="1"/>
              <a:t>lamid</a:t>
            </a:r>
            <a:r>
              <a:rPr lang="en-US" dirty="0"/>
              <a:t> </a:t>
            </a:r>
            <a:r>
              <a:rPr lang="en-US" dirty="0" err="1"/>
              <a:t>yahay</a:t>
            </a:r>
            <a:r>
              <a:rPr lang="en-US" dirty="0"/>
              <a:t> </a:t>
            </a:r>
            <a:r>
              <a:rPr lang="en-US" dirty="0" err="1"/>
              <a:t>xagga</a:t>
            </a:r>
            <a:r>
              <a:rPr lang="en-US" dirty="0"/>
              <a:t> color-ka.</a:t>
            </a:r>
          </a:p>
        </p:txBody>
      </p:sp>
    </p:spTree>
    <p:extLst>
      <p:ext uri="{BB962C8B-B14F-4D97-AF65-F5344CB8AC3E}">
        <p14:creationId xmlns:p14="http://schemas.microsoft.com/office/powerpoint/2010/main" val="381442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32C24-473F-F77F-A84F-6654DFDF4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76559B-1CA1-E57E-F273-324D6A243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787" y="3336346"/>
            <a:ext cx="5478054" cy="327064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3D966AC-1E95-1D03-6D0B-633590558195}"/>
              </a:ext>
            </a:extLst>
          </p:cNvPr>
          <p:cNvGrpSpPr/>
          <p:nvPr/>
        </p:nvGrpSpPr>
        <p:grpSpPr>
          <a:xfrm>
            <a:off x="414595" y="171842"/>
            <a:ext cx="7710416" cy="3098800"/>
            <a:chOff x="5207576" y="3133072"/>
            <a:chExt cx="7710416" cy="30988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E04CE00-B9B0-41EB-04C8-3A97B316AC86}"/>
                </a:ext>
              </a:extLst>
            </p:cNvPr>
            <p:cNvSpPr/>
            <p:nvPr/>
          </p:nvSpPr>
          <p:spPr>
            <a:xfrm>
              <a:off x="5207576" y="3133072"/>
              <a:ext cx="1447224" cy="3098800"/>
            </a:xfrm>
            <a:prstGeom prst="roundRect">
              <a:avLst/>
            </a:prstGeom>
            <a:solidFill>
              <a:srgbClr val="FED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1F01A69-BCA5-4C46-D96A-AA910594C9CD}"/>
                </a:ext>
              </a:extLst>
            </p:cNvPr>
            <p:cNvSpPr/>
            <p:nvPr/>
          </p:nvSpPr>
          <p:spPr>
            <a:xfrm>
              <a:off x="6756688" y="3133072"/>
              <a:ext cx="1447224" cy="3098800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DFA58A9-AC51-B378-62AF-247C7C1D6205}"/>
                </a:ext>
              </a:extLst>
            </p:cNvPr>
            <p:cNvSpPr/>
            <p:nvPr/>
          </p:nvSpPr>
          <p:spPr>
            <a:xfrm>
              <a:off x="8305800" y="3133072"/>
              <a:ext cx="1447224" cy="3098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ED9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1E4058A-A5B6-C47E-FA24-FAA1EB16C142}"/>
                </a:ext>
              </a:extLst>
            </p:cNvPr>
            <p:cNvSpPr/>
            <p:nvPr/>
          </p:nvSpPr>
          <p:spPr>
            <a:xfrm>
              <a:off x="9862884" y="3133072"/>
              <a:ext cx="1447224" cy="3098800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CABB078-9219-0146-200B-B170FB91669F}"/>
                </a:ext>
              </a:extLst>
            </p:cNvPr>
            <p:cNvSpPr/>
            <p:nvPr/>
          </p:nvSpPr>
          <p:spPr>
            <a:xfrm>
              <a:off x="11470768" y="3133072"/>
              <a:ext cx="1447224" cy="3098800"/>
            </a:xfrm>
            <a:prstGeom prst="roundRect">
              <a:avLst/>
            </a:prstGeom>
            <a:solidFill>
              <a:srgbClr val="FED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5549D18-6488-7380-9501-9CA7EF886654}"/>
              </a:ext>
            </a:extLst>
          </p:cNvPr>
          <p:cNvSpPr txBox="1"/>
          <p:nvPr/>
        </p:nvSpPr>
        <p:spPr>
          <a:xfrm>
            <a:off x="412163" y="4048337"/>
            <a:ext cx="6104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5 -  </a:t>
            </a:r>
            <a:r>
              <a:rPr lang="en-US" dirty="0" err="1"/>
              <a:t>sawirka</a:t>
            </a:r>
            <a:r>
              <a:rPr lang="en-US" dirty="0"/>
              <a:t> kore in </a:t>
            </a:r>
            <a:r>
              <a:rPr lang="en-US" dirty="0" err="1"/>
              <a:t>lagu</a:t>
            </a:r>
            <a:r>
              <a:rPr lang="en-US" dirty="0"/>
              <a:t> </a:t>
            </a:r>
            <a:r>
              <a:rPr lang="en-US" dirty="0" err="1"/>
              <a:t>badelo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hoose</a:t>
            </a:r>
            <a:r>
              <a:rPr lang="en-US" dirty="0"/>
              <a:t> </a:t>
            </a:r>
            <a:r>
              <a:rPr lang="en-US" dirty="0" err="1"/>
              <a:t>oo</a:t>
            </a:r>
            <a:r>
              <a:rPr lang="en-US" dirty="0"/>
              <a:t> in </a:t>
            </a:r>
            <a:r>
              <a:rPr lang="en-US" dirty="0" err="1"/>
              <a:t>laga</a:t>
            </a:r>
            <a:r>
              <a:rPr lang="en-US" dirty="0"/>
              <a:t> </a:t>
            </a:r>
            <a:r>
              <a:rPr lang="en-US" dirty="0" err="1"/>
              <a:t>dhigo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coloradana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sidaas</a:t>
            </a:r>
            <a:r>
              <a:rPr lang="en-US" dirty="0"/>
              <a:t> </a:t>
            </a:r>
            <a:r>
              <a:rPr lang="en-US" dirty="0" err="1"/>
              <a:t>kadhigno</a:t>
            </a:r>
            <a:r>
              <a:rPr lang="en-US" dirty="0"/>
              <a:t> </a:t>
            </a:r>
            <a:r>
              <a:rPr lang="en-US" dirty="0" err="1"/>
              <a:t>dhexda</a:t>
            </a:r>
            <a:r>
              <a:rPr lang="en-US" dirty="0"/>
              <a:t> </a:t>
            </a:r>
            <a:r>
              <a:rPr lang="en-US" dirty="0" err="1"/>
              <a:t>caddaan</a:t>
            </a:r>
            <a:r>
              <a:rPr lang="en-US" dirty="0"/>
              <a:t> </a:t>
            </a:r>
            <a:r>
              <a:rPr lang="en-US" dirty="0" err="1"/>
              <a:t>ugu</a:t>
            </a:r>
            <a:r>
              <a:rPr lang="en-US" dirty="0"/>
              <a:t> </a:t>
            </a:r>
            <a:r>
              <a:rPr lang="en-US" dirty="0" err="1"/>
              <a:t>jirto</a:t>
            </a:r>
            <a:r>
              <a:rPr lang="en-US" dirty="0"/>
              <a:t> </a:t>
            </a:r>
            <a:r>
              <a:rPr lang="en-US" dirty="0" err="1"/>
              <a:t>inta</a:t>
            </a:r>
            <a:r>
              <a:rPr lang="en-US" dirty="0"/>
              <a:t> Kalena </a:t>
            </a:r>
            <a:r>
              <a:rPr lang="en-US" dirty="0" err="1"/>
              <a:t>sidaas</a:t>
            </a:r>
            <a:r>
              <a:rPr lang="en-US" dirty="0"/>
              <a:t> </a:t>
            </a:r>
            <a:r>
              <a:rPr lang="en-US" dirty="0" err="1"/>
              <a:t>noqdaan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1741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793C4-63B7-1479-D303-A2816F66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455780-EA1E-89D7-1666-83B6A37B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06" y="212572"/>
            <a:ext cx="5575394" cy="5940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5EB4E5-D3C6-96E9-07D9-1CFDA0BA01B3}"/>
              </a:ext>
            </a:extLst>
          </p:cNvPr>
          <p:cNvSpPr txBox="1"/>
          <p:nvPr/>
        </p:nvSpPr>
        <p:spPr>
          <a:xfrm>
            <a:off x="6033247" y="2351914"/>
            <a:ext cx="5298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6- </a:t>
            </a:r>
            <a:r>
              <a:rPr lang="en-US" sz="2400" dirty="0" err="1"/>
              <a:t>Sawirkaan</a:t>
            </a:r>
            <a:r>
              <a:rPr lang="en-US" sz="2400" dirty="0"/>
              <a:t> in </a:t>
            </a:r>
            <a:r>
              <a:rPr lang="en-US" sz="2400" dirty="0" err="1"/>
              <a:t>lawayneeyo</a:t>
            </a:r>
            <a:r>
              <a:rPr lang="en-US" sz="2400" dirty="0"/>
              <a:t> </a:t>
            </a:r>
            <a:r>
              <a:rPr lang="en-US" sz="2400" dirty="0" err="1"/>
              <a:t>sababtoo</a:t>
            </a:r>
            <a:r>
              <a:rPr lang="en-US" sz="2400" dirty="0"/>
              <a:t> ah space </a:t>
            </a:r>
            <a:r>
              <a:rPr lang="en-US" sz="2400" dirty="0" err="1"/>
              <a:t>wayn</a:t>
            </a:r>
            <a:r>
              <a:rPr lang="en-US" sz="2400" dirty="0"/>
              <a:t> </a:t>
            </a:r>
            <a:r>
              <a:rPr lang="en-US" sz="2400" dirty="0" err="1"/>
              <a:t>ayaa</a:t>
            </a:r>
            <a:r>
              <a:rPr lang="en-US" sz="2400" dirty="0"/>
              <a:t> </a:t>
            </a:r>
            <a:r>
              <a:rPr lang="en-US" sz="2400" dirty="0" err="1"/>
              <a:t>banaan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2048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8ECF0-7040-88F9-D3ED-0171D312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804F9E-4542-C8FC-D8C4-90F1C0C0F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67" y="428527"/>
            <a:ext cx="8096666" cy="38165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252822-3483-AD7F-9B80-43B96CE8795A}"/>
              </a:ext>
            </a:extLst>
          </p:cNvPr>
          <p:cNvSpPr txBox="1"/>
          <p:nvPr/>
        </p:nvSpPr>
        <p:spPr>
          <a:xfrm>
            <a:off x="860612" y="4563035"/>
            <a:ext cx="98522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7- In </a:t>
            </a:r>
            <a:r>
              <a:rPr lang="en-US" dirty="0" err="1"/>
              <a:t>laga</a:t>
            </a:r>
            <a:r>
              <a:rPr lang="en-US" dirty="0"/>
              <a:t> </a:t>
            </a:r>
            <a:r>
              <a:rPr lang="en-US" dirty="0" err="1"/>
              <a:t>dhigo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Unlimitted</a:t>
            </a:r>
            <a:r>
              <a:rPr lang="en-US" dirty="0"/>
              <a:t> Data &amp; voice      Daily/ weekly / monthly</a:t>
            </a:r>
          </a:p>
          <a:p>
            <a:r>
              <a:rPr lang="en-US" dirty="0"/>
              <a:t>High Speed</a:t>
            </a:r>
          </a:p>
          <a:p>
            <a:r>
              <a:rPr lang="en-US" dirty="0"/>
              <a:t>Nashaad IPTV .     Sidoo kale in </a:t>
            </a:r>
            <a:r>
              <a:rPr lang="en-US" dirty="0" err="1"/>
              <a:t>laga</a:t>
            </a:r>
            <a:r>
              <a:rPr lang="en-US" dirty="0"/>
              <a:t> </a:t>
            </a:r>
            <a:r>
              <a:rPr lang="en-US" dirty="0" err="1"/>
              <a:t>saaro</a:t>
            </a:r>
            <a:r>
              <a:rPr lang="en-US" dirty="0"/>
              <a:t> 24/7 support </a:t>
            </a:r>
            <a:r>
              <a:rPr lang="en-US" dirty="0" err="1"/>
              <a:t>gabigiisaba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81615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7BF1A-D9DC-B8E3-A715-2A50EF1A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3D38F6-7B71-557A-E330-F8576B684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68" y="746010"/>
            <a:ext cx="6623232" cy="421532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7AF4C45-3B5C-4696-DC77-0749DA04D80B}"/>
              </a:ext>
            </a:extLst>
          </p:cNvPr>
          <p:cNvGrpSpPr/>
          <p:nvPr/>
        </p:nvGrpSpPr>
        <p:grpSpPr>
          <a:xfrm>
            <a:off x="4278384" y="3375800"/>
            <a:ext cx="7710416" cy="3098800"/>
            <a:chOff x="5207576" y="3133072"/>
            <a:chExt cx="7710416" cy="30988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4C0DF27-5979-18A5-8DF9-02FCE585F560}"/>
                </a:ext>
              </a:extLst>
            </p:cNvPr>
            <p:cNvSpPr/>
            <p:nvPr/>
          </p:nvSpPr>
          <p:spPr>
            <a:xfrm>
              <a:off x="5207576" y="3133072"/>
              <a:ext cx="1447224" cy="3098800"/>
            </a:xfrm>
            <a:prstGeom prst="roundRect">
              <a:avLst/>
            </a:prstGeom>
            <a:solidFill>
              <a:srgbClr val="FED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88A49EE-5F50-0191-0BA3-F8300E309023}"/>
                </a:ext>
              </a:extLst>
            </p:cNvPr>
            <p:cNvSpPr/>
            <p:nvPr/>
          </p:nvSpPr>
          <p:spPr>
            <a:xfrm>
              <a:off x="6756688" y="3133072"/>
              <a:ext cx="1447224" cy="3098800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4EB925C-0912-87E0-F6E0-E23D299B38BC}"/>
                </a:ext>
              </a:extLst>
            </p:cNvPr>
            <p:cNvSpPr/>
            <p:nvPr/>
          </p:nvSpPr>
          <p:spPr>
            <a:xfrm>
              <a:off x="8305800" y="3133072"/>
              <a:ext cx="1447224" cy="3098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ED9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DFD2E71-C884-142F-91EE-1C3A3CFF5C1E}"/>
                </a:ext>
              </a:extLst>
            </p:cNvPr>
            <p:cNvSpPr/>
            <p:nvPr/>
          </p:nvSpPr>
          <p:spPr>
            <a:xfrm>
              <a:off x="9862884" y="3133072"/>
              <a:ext cx="1447224" cy="3098800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AC1134B-9835-95F7-C4EC-A043915F66B8}"/>
                </a:ext>
              </a:extLst>
            </p:cNvPr>
            <p:cNvSpPr/>
            <p:nvPr/>
          </p:nvSpPr>
          <p:spPr>
            <a:xfrm>
              <a:off x="11470768" y="3133072"/>
              <a:ext cx="1447224" cy="3098800"/>
            </a:xfrm>
            <a:prstGeom prst="roundRect">
              <a:avLst/>
            </a:prstGeom>
            <a:solidFill>
              <a:srgbClr val="FED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6826B1A-F10E-4D3C-AADB-4E356B986B8D}"/>
              </a:ext>
            </a:extLst>
          </p:cNvPr>
          <p:cNvSpPr txBox="1"/>
          <p:nvPr/>
        </p:nvSpPr>
        <p:spPr>
          <a:xfrm>
            <a:off x="6096000" y="887506"/>
            <a:ext cx="582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– In </a:t>
            </a:r>
            <a:r>
              <a:rPr lang="en-US" dirty="0" err="1"/>
              <a:t>laga</a:t>
            </a:r>
            <a:r>
              <a:rPr lang="en-US" dirty="0"/>
              <a:t> </a:t>
            </a:r>
            <a:r>
              <a:rPr lang="en-US" dirty="0" err="1"/>
              <a:t>dhigo</a:t>
            </a:r>
            <a:r>
              <a:rPr lang="en-US" dirty="0"/>
              <a:t> One line</a:t>
            </a:r>
          </a:p>
        </p:txBody>
      </p:sp>
    </p:spTree>
    <p:extLst>
      <p:ext uri="{BB962C8B-B14F-4D97-AF65-F5344CB8AC3E}">
        <p14:creationId xmlns:p14="http://schemas.microsoft.com/office/powerpoint/2010/main" val="3133969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33FA3-E44C-E7FD-520B-09FB0DB06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FF1A8E-02D2-F953-6BA8-27C984C8E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518" y="355748"/>
            <a:ext cx="8867137" cy="4108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EAE986-1E4D-6685-C252-62DBCC91B214}"/>
              </a:ext>
            </a:extLst>
          </p:cNvPr>
          <p:cNvSpPr txBox="1"/>
          <p:nvPr/>
        </p:nvSpPr>
        <p:spPr>
          <a:xfrm>
            <a:off x="1228165" y="4616824"/>
            <a:ext cx="9135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 – </a:t>
            </a:r>
            <a:r>
              <a:rPr lang="en-US" dirty="0" err="1"/>
              <a:t>Sawirkaan</a:t>
            </a:r>
            <a:r>
              <a:rPr lang="en-US" dirty="0"/>
              <a:t> colors-ka in </a:t>
            </a:r>
            <a:r>
              <a:rPr lang="en-US" dirty="0" err="1"/>
              <a:t>laga</a:t>
            </a:r>
            <a:r>
              <a:rPr lang="en-US" dirty="0"/>
              <a:t> </a:t>
            </a:r>
            <a:r>
              <a:rPr lang="en-US" dirty="0" err="1"/>
              <a:t>baddelo</a:t>
            </a:r>
            <a:r>
              <a:rPr lang="en-US" dirty="0"/>
              <a:t> </a:t>
            </a:r>
            <a:r>
              <a:rPr lang="en-US" dirty="0" err="1"/>
              <a:t>jaalaha</a:t>
            </a:r>
            <a:r>
              <a:rPr lang="en-US" dirty="0"/>
              <a:t> </a:t>
            </a:r>
            <a:r>
              <a:rPr lang="en-US" dirty="0" err="1"/>
              <a:t>iyo</a:t>
            </a:r>
            <a:r>
              <a:rPr lang="en-US" dirty="0"/>
              <a:t> </a:t>
            </a:r>
            <a:r>
              <a:rPr lang="en-US" dirty="0" err="1"/>
              <a:t>cadaanka</a:t>
            </a:r>
            <a:r>
              <a:rPr lang="en-US" dirty="0"/>
              <a:t> </a:t>
            </a:r>
            <a:r>
              <a:rPr lang="en-US" dirty="0" err="1"/>
              <a:t>iyo</a:t>
            </a:r>
            <a:r>
              <a:rPr lang="en-US" dirty="0"/>
              <a:t> blue-dark loo kala </a:t>
            </a:r>
            <a:r>
              <a:rPr lang="en-US" dirty="0" err="1"/>
              <a:t>qeybiyo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0948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9B24-7B5D-270C-EA42-C7DA5F7D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DB1A10-CC55-5D8A-D100-AA388A846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45581" cy="25718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054F21-41A4-37CF-220C-2322B8795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56" y="3165541"/>
            <a:ext cx="6559887" cy="2781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A86816-96BC-3508-DFA9-C71A237C7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244" y="0"/>
            <a:ext cx="6045511" cy="26480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385338-8F9B-8E81-59D1-CE2E890DB960}"/>
              </a:ext>
            </a:extLst>
          </p:cNvPr>
          <p:cNvSpPr txBox="1"/>
          <p:nvPr/>
        </p:nvSpPr>
        <p:spPr>
          <a:xfrm>
            <a:off x="6911788" y="3429000"/>
            <a:ext cx="4788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– </a:t>
            </a:r>
            <a:r>
              <a:rPr lang="en-US" dirty="0" err="1"/>
              <a:t>sawirka</a:t>
            </a:r>
            <a:r>
              <a:rPr lang="en-US" dirty="0"/>
              <a:t> kore in </a:t>
            </a:r>
            <a:r>
              <a:rPr lang="en-US" dirty="0" err="1"/>
              <a:t>colorka</a:t>
            </a:r>
            <a:r>
              <a:rPr lang="en-US" dirty="0"/>
              <a:t> </a:t>
            </a:r>
            <a:r>
              <a:rPr lang="en-US" dirty="0" err="1"/>
              <a:t>cadaan</a:t>
            </a:r>
            <a:r>
              <a:rPr lang="en-US" dirty="0"/>
              <a:t>-ka ah </a:t>
            </a:r>
            <a:r>
              <a:rPr lang="en-US" dirty="0" err="1"/>
              <a:t>dhexda</a:t>
            </a:r>
            <a:r>
              <a:rPr lang="en-US" dirty="0"/>
              <a:t> </a:t>
            </a:r>
            <a:r>
              <a:rPr lang="en-US" dirty="0" err="1"/>
              <a:t>lageliyo</a:t>
            </a:r>
            <a:r>
              <a:rPr lang="en-US" dirty="0"/>
              <a:t> </a:t>
            </a:r>
            <a:r>
              <a:rPr lang="en-US" dirty="0" err="1"/>
              <a:t>sawirka</a:t>
            </a:r>
            <a:r>
              <a:rPr lang="en-US" dirty="0"/>
              <a:t> </a:t>
            </a:r>
            <a:r>
              <a:rPr lang="en-US" dirty="0" err="1"/>
              <a:t>xiga</a:t>
            </a:r>
            <a:r>
              <a:rPr lang="en-US" dirty="0"/>
              <a:t> </a:t>
            </a:r>
            <a:r>
              <a:rPr lang="en-US" dirty="0" err="1"/>
              <a:t>iyo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hoosenna</a:t>
            </a:r>
            <a:r>
              <a:rPr lang="en-US" dirty="0"/>
              <a:t> </a:t>
            </a:r>
            <a:r>
              <a:rPr lang="en-US" dirty="0" err="1"/>
              <a:t>loosameyo</a:t>
            </a:r>
            <a:r>
              <a:rPr lang="en-US" dirty="0"/>
              <a:t> </a:t>
            </a:r>
            <a:r>
              <a:rPr lang="en-US" dirty="0" err="1"/>
              <a:t>colorska</a:t>
            </a:r>
            <a:r>
              <a:rPr lang="en-US" dirty="0"/>
              <a:t> </a:t>
            </a:r>
            <a:r>
              <a:rPr lang="en-US" dirty="0" err="1"/>
              <a:t>midka</a:t>
            </a:r>
            <a:r>
              <a:rPr lang="en-US" dirty="0"/>
              <a:t> kore </a:t>
            </a:r>
            <a:r>
              <a:rPr lang="en-US" dirty="0" err="1"/>
              <a:t>okale</a:t>
            </a:r>
            <a:r>
              <a:rPr lang="en-US" dirty="0"/>
              <a:t> </a:t>
            </a:r>
            <a:r>
              <a:rPr lang="en-US" dirty="0" err="1"/>
              <a:t>iskudhafan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9302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A2706-05C3-D9AB-7C94-6B255467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65C8EB0-01E4-59F4-DC1E-CDE50936E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2" t="18201" r="11975" b="33264"/>
          <a:stretch>
            <a:fillRect/>
          </a:stretch>
        </p:blipFill>
        <p:spPr>
          <a:xfrm>
            <a:off x="177799" y="3013427"/>
            <a:ext cx="5353425" cy="339654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3BF112-004F-10E3-6772-04CF73020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12" t="27406" r="16790" b="40516"/>
          <a:stretch>
            <a:fillRect/>
          </a:stretch>
        </p:blipFill>
        <p:spPr>
          <a:xfrm>
            <a:off x="177799" y="660399"/>
            <a:ext cx="5353425" cy="22479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4EC70A-6B0D-E574-B6F3-904A01BBFA11}"/>
              </a:ext>
            </a:extLst>
          </p:cNvPr>
          <p:cNvSpPr txBox="1"/>
          <p:nvPr/>
        </p:nvSpPr>
        <p:spPr>
          <a:xfrm>
            <a:off x="6203575" y="2270934"/>
            <a:ext cx="4706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 – </a:t>
            </a:r>
            <a:r>
              <a:rPr lang="en-US" dirty="0" err="1"/>
              <a:t>labadan</a:t>
            </a:r>
            <a:r>
              <a:rPr lang="en-US" dirty="0"/>
              <a:t> </a:t>
            </a:r>
            <a:r>
              <a:rPr lang="en-US" dirty="0" err="1"/>
              <a:t>sawir</a:t>
            </a:r>
            <a:r>
              <a:rPr lang="en-US" dirty="0"/>
              <a:t> </a:t>
            </a:r>
            <a:r>
              <a:rPr lang="en-US" dirty="0" err="1"/>
              <a:t>iyaganna</a:t>
            </a:r>
            <a:r>
              <a:rPr lang="en-US" dirty="0"/>
              <a:t> </a:t>
            </a:r>
            <a:r>
              <a:rPr lang="en-US" dirty="0" err="1"/>
              <a:t>sido</a:t>
            </a:r>
            <a:r>
              <a:rPr lang="en-US" dirty="0"/>
              <a:t> kale icons-ka ay </a:t>
            </a:r>
            <a:r>
              <a:rPr lang="en-US" dirty="0" err="1"/>
              <a:t>leeyihiin</a:t>
            </a:r>
            <a:r>
              <a:rPr lang="en-US" dirty="0"/>
              <a:t> </a:t>
            </a:r>
            <a:r>
              <a:rPr lang="en-US" dirty="0" err="1"/>
              <a:t>adeegyada</a:t>
            </a:r>
            <a:r>
              <a:rPr lang="en-US" dirty="0"/>
              <a:t> in loo </a:t>
            </a:r>
            <a:r>
              <a:rPr lang="en-US" dirty="0" err="1"/>
              <a:t>sameeyo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3178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DD1E8-1AEB-4AB7-07B6-1C81C6110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A1812-DFB3-D4BB-4940-6E0C7E79B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162" y="247604"/>
            <a:ext cx="8655681" cy="28130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796358-CA95-2412-DEFC-A261753C18B8}"/>
              </a:ext>
            </a:extLst>
          </p:cNvPr>
          <p:cNvSpPr txBox="1"/>
          <p:nvPr/>
        </p:nvSpPr>
        <p:spPr>
          <a:xfrm>
            <a:off x="1631576" y="4069976"/>
            <a:ext cx="8794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12 -  icons-ka vision </a:t>
            </a:r>
            <a:r>
              <a:rPr lang="en-US" dirty="0" err="1"/>
              <a:t>iyo</a:t>
            </a:r>
            <a:r>
              <a:rPr lang="en-US" dirty="0"/>
              <a:t> mission ee </a:t>
            </a:r>
            <a:r>
              <a:rPr lang="en-US" dirty="0" err="1"/>
              <a:t>aad</a:t>
            </a:r>
            <a:r>
              <a:rPr lang="en-US" dirty="0"/>
              <a:t> </a:t>
            </a:r>
            <a:r>
              <a:rPr lang="en-US" dirty="0" err="1"/>
              <a:t>isticmasheen</a:t>
            </a:r>
            <a:r>
              <a:rPr lang="en-US" dirty="0"/>
              <a:t> </a:t>
            </a:r>
            <a:r>
              <a:rPr lang="en-US" dirty="0" err="1"/>
              <a:t>isagana</a:t>
            </a:r>
            <a:r>
              <a:rPr lang="en-US" dirty="0"/>
              <a:t> </a:t>
            </a:r>
            <a:r>
              <a:rPr lang="en-US" dirty="0" err="1"/>
              <a:t>wuu</a:t>
            </a:r>
            <a:r>
              <a:rPr lang="en-US" dirty="0"/>
              <a:t> </a:t>
            </a:r>
            <a:r>
              <a:rPr lang="en-US" dirty="0" err="1"/>
              <a:t>qaldan</a:t>
            </a:r>
            <a:r>
              <a:rPr lang="en-US" dirty="0"/>
              <a:t> </a:t>
            </a:r>
            <a:r>
              <a:rPr lang="en-US" dirty="0" err="1"/>
              <a:t>yahay</a:t>
            </a:r>
            <a:r>
              <a:rPr lang="en-US" dirty="0"/>
              <a:t> in </a:t>
            </a:r>
            <a:r>
              <a:rPr lang="en-US" dirty="0" err="1"/>
              <a:t>aad</a:t>
            </a:r>
            <a:r>
              <a:rPr lang="en-US" dirty="0"/>
              <a:t> </a:t>
            </a:r>
            <a:r>
              <a:rPr lang="en-US" dirty="0" err="1"/>
              <a:t>badeshan</a:t>
            </a:r>
            <a:r>
              <a:rPr lang="en-US" dirty="0"/>
              <a:t> </a:t>
            </a:r>
            <a:r>
              <a:rPr lang="en-US" dirty="0" err="1"/>
              <a:t>midka</a:t>
            </a:r>
            <a:r>
              <a:rPr lang="en-US" dirty="0"/>
              <a:t> </a:t>
            </a:r>
            <a:r>
              <a:rPr lang="en-US" dirty="0" err="1"/>
              <a:t>saxda</a:t>
            </a:r>
            <a:r>
              <a:rPr lang="en-US" dirty="0"/>
              <a:t> ah </a:t>
            </a:r>
            <a:r>
              <a:rPr lang="en-US" dirty="0" err="1"/>
              <a:t>aad</a:t>
            </a:r>
            <a:r>
              <a:rPr lang="en-US" dirty="0"/>
              <a:t> </a:t>
            </a:r>
            <a:r>
              <a:rPr lang="en-US" dirty="0" err="1"/>
              <a:t>kusoo</a:t>
            </a:r>
            <a:r>
              <a:rPr lang="en-US" dirty="0"/>
              <a:t> </a:t>
            </a:r>
            <a:r>
              <a:rPr lang="en-US" dirty="0" err="1"/>
              <a:t>badeshaan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5470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9F2B3-AB12-76F4-A976-56C78C3F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131A15-F007-4FD5-E852-5A256C897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54" y="154322"/>
            <a:ext cx="7842398" cy="46882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777CD7-F29E-3A00-181C-093B84EEC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998525"/>
            <a:ext cx="11734800" cy="18594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CF48C1-6B33-94E3-33DB-099BDEDE712D}"/>
              </a:ext>
            </a:extLst>
          </p:cNvPr>
          <p:cNvSpPr txBox="1"/>
          <p:nvPr/>
        </p:nvSpPr>
        <p:spPr>
          <a:xfrm>
            <a:off x="7180729" y="2913530"/>
            <a:ext cx="3364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13 -  </a:t>
            </a:r>
            <a:r>
              <a:rPr lang="en-US" dirty="0" err="1"/>
              <a:t>labadan</a:t>
            </a:r>
            <a:r>
              <a:rPr lang="en-US" dirty="0"/>
              <a:t> </a:t>
            </a:r>
            <a:r>
              <a:rPr lang="en-US" dirty="0" err="1"/>
              <a:t>sawir</a:t>
            </a:r>
            <a:r>
              <a:rPr lang="en-US" dirty="0"/>
              <a:t> </a:t>
            </a:r>
            <a:r>
              <a:rPr lang="en-US" dirty="0" err="1"/>
              <a:t>iyagana</a:t>
            </a:r>
            <a:r>
              <a:rPr lang="en-US" dirty="0"/>
              <a:t> </a:t>
            </a:r>
            <a:r>
              <a:rPr lang="en-US" dirty="0" err="1"/>
              <a:t>loosameeyo</a:t>
            </a:r>
            <a:r>
              <a:rPr lang="en-US" dirty="0"/>
              <a:t> </a:t>
            </a:r>
            <a:r>
              <a:rPr lang="en-US" dirty="0" err="1"/>
              <a:t>colorska</a:t>
            </a:r>
            <a:r>
              <a:rPr lang="en-US" dirty="0"/>
              <a:t> </a:t>
            </a:r>
            <a:r>
              <a:rPr lang="en-US" dirty="0" err="1"/>
              <a:t>iskudhafan</a:t>
            </a:r>
            <a:r>
              <a:rPr lang="en-US" dirty="0"/>
              <a:t> ee </a:t>
            </a:r>
            <a:r>
              <a:rPr lang="en-US" dirty="0" err="1"/>
              <a:t>cadaanka</a:t>
            </a:r>
            <a:r>
              <a:rPr lang="en-US" dirty="0"/>
              <a:t> </a:t>
            </a:r>
            <a:r>
              <a:rPr lang="en-US" dirty="0" err="1"/>
              <a:t>iyo</a:t>
            </a:r>
            <a:r>
              <a:rPr lang="en-US" dirty="0"/>
              <a:t> </a:t>
            </a:r>
            <a:r>
              <a:rPr lang="en-US" dirty="0" err="1"/>
              <a:t>jaallaha</a:t>
            </a:r>
            <a:r>
              <a:rPr lang="en-US" dirty="0"/>
              <a:t> </a:t>
            </a:r>
            <a:r>
              <a:rPr lang="en-US" dirty="0" err="1"/>
              <a:t>iyo</a:t>
            </a:r>
            <a:r>
              <a:rPr lang="en-US" dirty="0"/>
              <a:t> blue-dark.</a:t>
            </a:r>
          </a:p>
        </p:txBody>
      </p:sp>
    </p:spTree>
    <p:extLst>
      <p:ext uri="{BB962C8B-B14F-4D97-AF65-F5344CB8AC3E}">
        <p14:creationId xmlns:p14="http://schemas.microsoft.com/office/powerpoint/2010/main" val="2449230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09CD1-3037-8F6E-C0D4-DE4903AA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B181B5-86D1-F703-BCA5-8FF74E920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226" y="537882"/>
            <a:ext cx="8566970" cy="36354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A6E052-0A31-6703-58CD-81693F88E264}"/>
              </a:ext>
            </a:extLst>
          </p:cNvPr>
          <p:cNvSpPr txBox="1"/>
          <p:nvPr/>
        </p:nvSpPr>
        <p:spPr>
          <a:xfrm>
            <a:off x="2151529" y="5047129"/>
            <a:ext cx="81578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 – </a:t>
            </a:r>
            <a:r>
              <a:rPr lang="en-US" dirty="0" err="1"/>
              <a:t>Sawir-kaan</a:t>
            </a:r>
            <a:r>
              <a:rPr lang="en-US" dirty="0"/>
              <a:t> </a:t>
            </a:r>
            <a:r>
              <a:rPr lang="en-US" dirty="0" err="1"/>
              <a:t>isagana</a:t>
            </a:r>
            <a:r>
              <a:rPr lang="en-US" dirty="0"/>
              <a:t> </a:t>
            </a:r>
            <a:r>
              <a:rPr lang="en-US" dirty="0" err="1"/>
              <a:t>sido</a:t>
            </a:r>
            <a:r>
              <a:rPr lang="en-US" dirty="0"/>
              <a:t> kale in </a:t>
            </a:r>
            <a:r>
              <a:rPr lang="en-US" dirty="0" err="1"/>
              <a:t>loosameeyo</a:t>
            </a:r>
            <a:r>
              <a:rPr lang="en-US" dirty="0"/>
              <a:t> </a:t>
            </a:r>
            <a:r>
              <a:rPr lang="en-US" dirty="0" err="1"/>
              <a:t>colorska</a:t>
            </a:r>
            <a:r>
              <a:rPr lang="en-US" dirty="0"/>
              <a:t> </a:t>
            </a:r>
            <a:r>
              <a:rPr lang="en-US" dirty="0" err="1"/>
              <a:t>iskudhafan</a:t>
            </a:r>
            <a:r>
              <a:rPr lang="en-US" dirty="0"/>
              <a:t> ee </a:t>
            </a:r>
            <a:r>
              <a:rPr lang="en-US" dirty="0" err="1"/>
              <a:t>cadaanka</a:t>
            </a:r>
            <a:r>
              <a:rPr lang="en-US" dirty="0"/>
              <a:t> </a:t>
            </a:r>
            <a:r>
              <a:rPr lang="en-US" dirty="0" err="1"/>
              <a:t>iyo</a:t>
            </a:r>
            <a:r>
              <a:rPr lang="en-US" dirty="0"/>
              <a:t> </a:t>
            </a:r>
            <a:r>
              <a:rPr lang="en-US" dirty="0" err="1"/>
              <a:t>jaallaha</a:t>
            </a:r>
            <a:r>
              <a:rPr lang="en-US" dirty="0"/>
              <a:t> </a:t>
            </a:r>
            <a:r>
              <a:rPr lang="en-US" dirty="0" err="1"/>
              <a:t>iyo</a:t>
            </a:r>
            <a:r>
              <a:rPr lang="en-US" dirty="0"/>
              <a:t> blue-dark.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205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A0D153-9175-48B4-EEDC-FDBE18518B90}"/>
              </a:ext>
            </a:extLst>
          </p:cNvPr>
          <p:cNvSpPr/>
          <p:nvPr/>
        </p:nvSpPr>
        <p:spPr>
          <a:xfrm>
            <a:off x="2572871" y="2725271"/>
            <a:ext cx="7037294" cy="228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/>
              <a:t>Mahadsanidiin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01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344</Words>
  <Application>Microsoft Office PowerPoint</Application>
  <PresentationFormat>Widescreen</PresentationFormat>
  <Paragraphs>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Mahad Omar Abdulle</dc:creator>
  <cp:lastModifiedBy>Jeelaaye</cp:lastModifiedBy>
  <cp:revision>3</cp:revision>
  <dcterms:created xsi:type="dcterms:W3CDTF">2025-09-21T10:16:27Z</dcterms:created>
  <dcterms:modified xsi:type="dcterms:W3CDTF">2025-09-21T12:13:01Z</dcterms:modified>
</cp:coreProperties>
</file>